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CS13 · Lộ trình sản phẩm AI · Nhóm H3201 · Đề 1 — SổSạch (trợ lý đọc hoá đơn đầu vào)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ĐỀ NGHỊ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30000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2937"/>
                </a:solidFill>
                <a:latin typeface="Calibri"/>
              </a:rPr>
              <a:t>3 tháng tới SổSạch chạy bản 2 ở Mức 1 (kế toán viên duyệt 20% hoá đơn), làm trước đối chiếu mã số thuế, kiểm tra tiền và gắn cờ; chỉ lên Mức 2 (duyệt 10%) khi 3.000 hoá đơn thật không lỗi mã số thuế hay tiền; quyết định mở rộng hay dừng ở ngày 90.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468880"/>
            <a:ext cx="269748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532888"/>
            <a:ext cx="2697480" cy="37307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3 VIỆC CHÍNH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1) Đối chiếu mã số thuế qua dịch vụ tra cứu: 0 lỗi người bán.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2) Kiểm tra tiền và gắn cờ: cờ ≤ 20%, bắt 100% hoá đơn sai tiền.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3) Bản 2 đọc ảnh hoá đơn giấy: giảm 50% giờ nhập ảnh.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6295" y="2468880"/>
            <a:ext cx="2697480" cy="640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76295" y="2532888"/>
            <a:ext cx="2697480" cy="37307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CẦN GÌ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Người: kế toán viên duyệt ~60 giờ/tháng; chị Hạnh 3 giờ/tuần, anh Tùng chấm lại bộ đề (8,5 giờ/vòng). Tiền: 704 đ/hoá đơn, biên 68,8%. Dữ liệu: nhật ký sửa của kế toán; 10 văn phòng thử trước ngày 90.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830" y="2468880"/>
            <a:ext cx="2697480" cy="6400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6830" y="2532888"/>
            <a:ext cx="2697480" cy="37307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2318"/>
                </a:solidFill>
                <a:latin typeface="Calibri"/>
              </a:rPr>
              <a:t>RỦI RO LỚN NHẤT &amp; CÁCH XỬ LÝ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Doanh thu bình quân tụt (65% đến từ 30% văn phòng dùng nhiều; kịch bản xấu hết tiền tháng 7). Xử lý: dưới 3,71 triệu/văn phòng 2 tháng liên tiếp trên ≥ 10 văn phòng thì dừng mở rộng; 1 lỗi mã số thuế/tiền lọt thì về Mức 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7365" y="2468880"/>
            <a:ext cx="2697480" cy="640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97365" y="2532888"/>
            <a:ext cx="2697480" cy="37307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Calibri"/>
              </a:rPr>
              <a:t>KHI NÀO XEM LẠI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1F2937"/>
                </a:solidFill>
                <a:latin typeface="Calibri"/>
              </a:rPr>
              <a:t>Ngày 30, 60, 90; và ngay khi: có 1 lỗi mã số thuế/tiền, cờ vượt 30% hai tuần liền, giá gọi AI giảm ≥ 30%, phần mềm kế toán ra tính năng tương tự, hoặc có văn bản hướng dẫn Luật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Số liệu khớp file H3201_CS13.xlsx (trang 2, 3, 5). Mức 1: 704 đ/hoá đơn, biên gộp 68,8% · Mức 2: 579 đ, biên 74,3%. Số liệu trong đề là giả định để học.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